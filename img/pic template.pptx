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3F3F"/>
    <a:srgbClr val="0F0F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1" autoAdjust="0"/>
    <p:restoredTop sz="96141" autoAdjust="0"/>
  </p:normalViewPr>
  <p:slideViewPr>
    <p:cSldViewPr snapToGrid="0">
      <p:cViewPr>
        <p:scale>
          <a:sx n="75" d="100"/>
          <a:sy n="75" d="100"/>
        </p:scale>
        <p:origin x="821" y="4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2CDC-067C-1E6A-8440-0006508F2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D9187C-537E-4E90-BB1E-DD5DCF6F03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2C0ED-890A-056C-672E-D38D3F941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9621-FC0C-4D3E-88B3-37BAD8A07C33}" type="datetimeFigureOut">
              <a:rPr lang="en-US" smtClean="0"/>
              <a:t>26-Jun-26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3EFF0-0B22-2010-FF0F-515038142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5E283-3B95-42D5-A8CC-4EDFF3131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1246-CA31-48AB-9D70-D98520D78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113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E5E4A-189C-7E06-FC2E-2A4ABD5D7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3A95C-427D-9BAE-6187-F444CB8D6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0D4F9-D3C5-71B6-B98D-6801DBB27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9621-FC0C-4D3E-88B3-37BAD8A07C33}" type="datetimeFigureOut">
              <a:rPr lang="en-US" smtClean="0"/>
              <a:t>26-Jun-26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F9F32-944D-2211-19F9-77AE60AC6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684CC-3C3F-9518-E2D3-6D7060B31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1246-CA31-48AB-9D70-D98520D78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25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8509B-A4FA-CBB4-11AE-BAA7A4B5A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D49A15-E07F-E246-5FBE-95BCA912F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C2248-17BA-45EF-648D-1ECD7C153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9621-FC0C-4D3E-88B3-37BAD8A07C33}" type="datetimeFigureOut">
              <a:rPr lang="en-US" smtClean="0"/>
              <a:t>26-Jun-26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9E67A-7C25-DC61-B558-4123738DB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90A8F-FC62-AEBD-F507-324ED113A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1246-CA31-48AB-9D70-D98520D78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491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521A7-542F-EE30-36F3-373B27C1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03522-C873-BDCA-406E-36637F7053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193C8F-5E8F-460B-9EBD-A6102333B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2FF28A-4BDB-9C70-F3D8-497EC67A3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9621-FC0C-4D3E-88B3-37BAD8A07C33}" type="datetimeFigureOut">
              <a:rPr lang="en-US" smtClean="0"/>
              <a:t>26-Jun-26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93603-6A4A-7039-CBC7-114E19E9A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52F8D-BE64-F7DE-3A0F-A01D614D8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1246-CA31-48AB-9D70-D98520D78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985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4E4-C982-EC91-1BBE-00F5A8F3F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00BDF9-7B9E-0A10-3549-2E00CBD2B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CB1BCD-5FCB-0FE4-64D6-40A337FA9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95C068-0B17-2B8B-92E5-D69A9BEDD7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50753D-21CB-26CC-3F6D-465B8CD3C9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A0A842-2EDB-895F-2A1B-9229FA0D1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9621-FC0C-4D3E-88B3-37BAD8A07C33}" type="datetimeFigureOut">
              <a:rPr lang="en-US" smtClean="0"/>
              <a:t>26-Jun-26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3FA420-D48A-8409-9D1F-5C471AD9C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15D724-CCA5-006F-339A-228E3AB7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1246-CA31-48AB-9D70-D98520D78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68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80571-C238-1D49-1E98-352F2022F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5272B7-830C-84CD-EE5B-6A98A93D9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9621-FC0C-4D3E-88B3-37BAD8A07C33}" type="datetimeFigureOut">
              <a:rPr lang="en-US" smtClean="0"/>
              <a:t>26-Jun-26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CD98FA-576E-737A-B3DF-F547C4F73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C998D8-7B7B-6042-8343-D61F5DB59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1246-CA31-48AB-9D70-D98520D78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467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E1FE6F-2BC5-48AE-AF70-AFA3EFB79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9621-FC0C-4D3E-88B3-37BAD8A07C33}" type="datetimeFigureOut">
              <a:rPr lang="en-US" smtClean="0"/>
              <a:t>26-Jun-26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95D419-FE40-7DBC-863D-0D1DC8D72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D8B5D-9A02-32DD-670B-77D112868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1246-CA31-48AB-9D70-D98520D78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081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EC12D-EAE1-DD27-6A03-B251BF94C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31723-60A1-1EF3-820A-B202197BD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630337-6D84-12BE-486F-A4041AFF19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1A339B-F07E-C9D6-02DB-F6F0EEC48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9621-FC0C-4D3E-88B3-37BAD8A07C33}" type="datetimeFigureOut">
              <a:rPr lang="en-US" smtClean="0"/>
              <a:t>26-Jun-26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4E06B9-6BAA-7FF2-CBB5-EC3E07E62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D0966-F919-805F-C932-35237CBD7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1246-CA31-48AB-9D70-D98520D78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260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5AC97-E784-8F83-7445-DAF4D49FE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FA10D2-B415-75A7-33EF-F717FB7533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EAEDD7-9838-0E00-A7E7-22D260E27F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9037FD-9507-6EB1-8042-F274315A1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9621-FC0C-4D3E-88B3-37BAD8A07C33}" type="datetimeFigureOut">
              <a:rPr lang="en-US" smtClean="0"/>
              <a:t>26-Jun-26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070DFE-7876-7684-1DB4-676B9E0F2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6BABE6-BAC2-A1F4-FF0F-9E40735A3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1246-CA31-48AB-9D70-D98520D78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523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2A023-B438-822F-6005-595E4978D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24C092-7B20-E2EA-0650-B99D83AB6A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D11E3-521C-7B7E-068E-CFA3C327B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9621-FC0C-4D3E-88B3-37BAD8A07C33}" type="datetimeFigureOut">
              <a:rPr lang="en-US" smtClean="0"/>
              <a:t>26-Jun-26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57919-ED6F-623C-E2AA-AD5DE9887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2E4E8-865C-8267-9292-0102B8F37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1246-CA31-48AB-9D70-D98520D78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497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D11F9B-0BAE-7D2C-652A-47286DAA18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24C102-3B3D-3D3F-0F9E-786512E76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2092F-D6D0-1B33-EB44-19A13686D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9621-FC0C-4D3E-88B3-37BAD8A07C33}" type="datetimeFigureOut">
              <a:rPr lang="en-US" smtClean="0"/>
              <a:t>26-Jun-26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A309B-82FC-BF42-B60B-A26BB3AEA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F4145-E609-C3B8-E48E-554CBE13E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1246-CA31-48AB-9D70-D98520D78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856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12E9D9-C300-0615-3BC0-1B7B1B4AB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A7C05-3176-3CBF-47FC-BE82FB7D2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25B8A-51E7-D43A-12FF-3472A5AA1A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3B9621-FC0C-4D3E-88B3-37BAD8A07C33}" type="datetimeFigureOut">
              <a:rPr lang="en-US" smtClean="0"/>
              <a:t>26-Jun-26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F6A2D-62DD-B061-6006-DA52BA91CA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B4C4E-BDBC-8963-4455-BF7FF0AFA1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F91246-CA31-48AB-9D70-D98520D78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917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E7E49F1-3F39-A6A5-CF05-394BEA35F7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2858" y="2260057"/>
            <a:ext cx="5866283" cy="233788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CE52B5F-F99A-297F-0495-FE123512560C}"/>
              </a:ext>
            </a:extLst>
          </p:cNvPr>
          <p:cNvSpPr/>
          <p:nvPr/>
        </p:nvSpPr>
        <p:spPr>
          <a:xfrm>
            <a:off x="4580626" y="2260055"/>
            <a:ext cx="2907102" cy="23378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AE0C1B4-6ABF-CB69-8098-8352E3641F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64535" y="2255572"/>
            <a:ext cx="3056182" cy="234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321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B96FC576-AE30-4C09-A12C-0582F2A6A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A10E02F-C92C-9A47-AFD3-701E509D50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97" t="20921" r="39138" b="36035"/>
          <a:stretch>
            <a:fillRect/>
          </a:stretch>
        </p:blipFill>
        <p:spPr>
          <a:xfrm>
            <a:off x="1" y="10"/>
            <a:ext cx="5888025" cy="331034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FFDCD1B-DB8C-A0E8-1D78-A276814B8E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82" t="22366" r="22536" b="38371"/>
          <a:stretch>
            <a:fillRect/>
          </a:stretch>
        </p:blipFill>
        <p:spPr>
          <a:xfrm>
            <a:off x="-7620" y="3543371"/>
            <a:ext cx="5895637" cy="331462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1FD2635-E34E-88F4-BAA6-B105D631C0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73" t="33977" r="28541" b="23058"/>
          <a:stretch>
            <a:fillRect/>
          </a:stretch>
        </p:blipFill>
        <p:spPr>
          <a:xfrm>
            <a:off x="6095234" y="3552786"/>
            <a:ext cx="5878872" cy="330521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F73839C-11D5-9D9A-56A2-B9269EE79C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17" t="29005" r="29322" b="19462"/>
          <a:stretch>
            <a:fillRect/>
          </a:stretch>
        </p:blipFill>
        <p:spPr>
          <a:xfrm>
            <a:off x="6095234" y="5"/>
            <a:ext cx="5888016" cy="3310354"/>
          </a:xfrm>
          <a:prstGeom prst="rect">
            <a:avLst/>
          </a:prstGeom>
        </p:spPr>
      </p:pic>
      <p:sp>
        <p:nvSpPr>
          <p:cNvPr id="28" name="Speech Bubble: Oval 27">
            <a:extLst>
              <a:ext uri="{FF2B5EF4-FFF2-40B4-BE49-F238E27FC236}">
                <a16:creationId xmlns:a16="http://schemas.microsoft.com/office/drawing/2014/main" id="{765DC3AB-07E3-672A-1423-0A5E5C65759F}"/>
              </a:ext>
            </a:extLst>
          </p:cNvPr>
          <p:cNvSpPr/>
          <p:nvPr/>
        </p:nvSpPr>
        <p:spPr>
          <a:xfrm>
            <a:off x="2591179" y="1986486"/>
            <a:ext cx="457200" cy="457200"/>
          </a:xfrm>
          <a:prstGeom prst="wedgeEllipseCallout">
            <a:avLst>
              <a:gd name="adj1" fmla="val -122282"/>
              <a:gd name="adj2" fmla="val 58532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1</a:t>
            </a:r>
          </a:p>
        </p:txBody>
      </p:sp>
      <p:sp>
        <p:nvSpPr>
          <p:cNvPr id="29" name="Speech Bubble: Oval 28">
            <a:extLst>
              <a:ext uri="{FF2B5EF4-FFF2-40B4-BE49-F238E27FC236}">
                <a16:creationId xmlns:a16="http://schemas.microsoft.com/office/drawing/2014/main" id="{AFBF23BC-1FCB-28F2-3538-4C401179FFB1}"/>
              </a:ext>
            </a:extLst>
          </p:cNvPr>
          <p:cNvSpPr/>
          <p:nvPr/>
        </p:nvSpPr>
        <p:spPr>
          <a:xfrm>
            <a:off x="8193326" y="666972"/>
            <a:ext cx="457200" cy="457200"/>
          </a:xfrm>
          <a:prstGeom prst="wedgeEllipseCallout">
            <a:avLst>
              <a:gd name="adj1" fmla="val -155193"/>
              <a:gd name="adj2" fmla="val -222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2</a:t>
            </a:r>
          </a:p>
        </p:txBody>
      </p:sp>
      <p:sp>
        <p:nvSpPr>
          <p:cNvPr id="30" name="Speech Bubble: Oval 29">
            <a:extLst>
              <a:ext uri="{FF2B5EF4-FFF2-40B4-BE49-F238E27FC236}">
                <a16:creationId xmlns:a16="http://schemas.microsoft.com/office/drawing/2014/main" id="{0DA544E6-F829-B569-009F-44916C3EABD6}"/>
              </a:ext>
            </a:extLst>
          </p:cNvPr>
          <p:cNvSpPr/>
          <p:nvPr/>
        </p:nvSpPr>
        <p:spPr>
          <a:xfrm>
            <a:off x="217894" y="5956602"/>
            <a:ext cx="457200" cy="457200"/>
          </a:xfrm>
          <a:prstGeom prst="wedgeEllipseCallout">
            <a:avLst>
              <a:gd name="adj1" fmla="val 176453"/>
              <a:gd name="adj2" fmla="val -111088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3</a:t>
            </a:r>
          </a:p>
        </p:txBody>
      </p:sp>
      <p:sp>
        <p:nvSpPr>
          <p:cNvPr id="31" name="Speech Bubble: Oval 30">
            <a:extLst>
              <a:ext uri="{FF2B5EF4-FFF2-40B4-BE49-F238E27FC236}">
                <a16:creationId xmlns:a16="http://schemas.microsoft.com/office/drawing/2014/main" id="{50387F3F-8DC5-4E0C-6882-62FEB0A14E54}"/>
              </a:ext>
            </a:extLst>
          </p:cNvPr>
          <p:cNvSpPr/>
          <p:nvPr/>
        </p:nvSpPr>
        <p:spPr>
          <a:xfrm>
            <a:off x="4813044" y="5956602"/>
            <a:ext cx="457200" cy="457200"/>
          </a:xfrm>
          <a:prstGeom prst="wedgeEllipseCallout">
            <a:avLst>
              <a:gd name="adj1" fmla="val -18484"/>
              <a:gd name="adj2" fmla="val -106024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9216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CF34C3-5E6B-DBD6-9908-985AD6BA7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4D2F6DDF-964B-2450-70C0-CEF88AD7B2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19BC1CD-458A-556A-0FD0-138025C188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51" t="19836" r="20890" b="19836"/>
          <a:stretch>
            <a:fillRect/>
          </a:stretch>
        </p:blipFill>
        <p:spPr>
          <a:xfrm>
            <a:off x="1" y="10"/>
            <a:ext cx="5888025" cy="331034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81CF948-04AA-CFCF-B75D-A07B574966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52" t="19507" r="19490" b="16368"/>
          <a:stretch>
            <a:fillRect/>
          </a:stretch>
        </p:blipFill>
        <p:spPr>
          <a:xfrm>
            <a:off x="6095234" y="5"/>
            <a:ext cx="5888016" cy="3310354"/>
          </a:xfrm>
          <a:prstGeom prst="rect">
            <a:avLst/>
          </a:prstGeom>
        </p:spPr>
      </p:pic>
      <p:sp>
        <p:nvSpPr>
          <p:cNvPr id="28" name="Speech Bubble: Oval 27">
            <a:extLst>
              <a:ext uri="{FF2B5EF4-FFF2-40B4-BE49-F238E27FC236}">
                <a16:creationId xmlns:a16="http://schemas.microsoft.com/office/drawing/2014/main" id="{B3055A15-1540-3BCD-CF48-961F81726420}"/>
              </a:ext>
            </a:extLst>
          </p:cNvPr>
          <p:cNvSpPr/>
          <p:nvPr/>
        </p:nvSpPr>
        <p:spPr>
          <a:xfrm>
            <a:off x="3285660" y="1627670"/>
            <a:ext cx="457200" cy="457200"/>
          </a:xfrm>
          <a:prstGeom prst="wedgeEllipseCallout">
            <a:avLst>
              <a:gd name="adj1" fmla="val -122282"/>
              <a:gd name="adj2" fmla="val 58532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99302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7720DF4-42C0-F82D-4541-3CF58E29C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498" y="0"/>
            <a:ext cx="9127004" cy="6858000"/>
          </a:xfrm>
          <a:prstGeom prst="rect">
            <a:avLst/>
          </a:prstGeom>
        </p:spPr>
      </p:pic>
      <p:sp>
        <p:nvSpPr>
          <p:cNvPr id="10" name="Speech Bubble: Oval 9">
            <a:extLst>
              <a:ext uri="{FF2B5EF4-FFF2-40B4-BE49-F238E27FC236}">
                <a16:creationId xmlns:a16="http://schemas.microsoft.com/office/drawing/2014/main" id="{7659ADD7-66AC-C84F-0673-07678EC7F376}"/>
              </a:ext>
            </a:extLst>
          </p:cNvPr>
          <p:cNvSpPr/>
          <p:nvPr/>
        </p:nvSpPr>
        <p:spPr>
          <a:xfrm>
            <a:off x="3001475" y="937888"/>
            <a:ext cx="457200" cy="457200"/>
          </a:xfrm>
          <a:prstGeom prst="wedgeEllipseCallout">
            <a:avLst>
              <a:gd name="adj1" fmla="val -89302"/>
              <a:gd name="adj2" fmla="val 44771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1</a:t>
            </a:r>
          </a:p>
        </p:txBody>
      </p:sp>
      <p:sp>
        <p:nvSpPr>
          <p:cNvPr id="11" name="Speech Bubble: Oval 10">
            <a:extLst>
              <a:ext uri="{FF2B5EF4-FFF2-40B4-BE49-F238E27FC236}">
                <a16:creationId xmlns:a16="http://schemas.microsoft.com/office/drawing/2014/main" id="{690C796C-EA00-ED6B-6EB3-C7C2378194D9}"/>
              </a:ext>
            </a:extLst>
          </p:cNvPr>
          <p:cNvSpPr/>
          <p:nvPr/>
        </p:nvSpPr>
        <p:spPr>
          <a:xfrm>
            <a:off x="9383801" y="1464361"/>
            <a:ext cx="457200" cy="457200"/>
          </a:xfrm>
          <a:prstGeom prst="wedgeEllipseCallout">
            <a:avLst>
              <a:gd name="adj1" fmla="val 124840"/>
              <a:gd name="adj2" fmla="val -1694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3</a:t>
            </a:r>
          </a:p>
        </p:txBody>
      </p:sp>
      <p:sp>
        <p:nvSpPr>
          <p:cNvPr id="12" name="Speech Bubble: Oval 11">
            <a:extLst>
              <a:ext uri="{FF2B5EF4-FFF2-40B4-BE49-F238E27FC236}">
                <a16:creationId xmlns:a16="http://schemas.microsoft.com/office/drawing/2014/main" id="{3C4E8A0B-9110-AD6E-778D-987BE9300211}"/>
              </a:ext>
            </a:extLst>
          </p:cNvPr>
          <p:cNvSpPr/>
          <p:nvPr/>
        </p:nvSpPr>
        <p:spPr>
          <a:xfrm>
            <a:off x="4340748" y="1600597"/>
            <a:ext cx="457200" cy="457200"/>
          </a:xfrm>
          <a:prstGeom prst="wedgeEllipseCallout">
            <a:avLst>
              <a:gd name="adj1" fmla="val -99403"/>
              <a:gd name="adj2" fmla="val 73054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4</a:t>
            </a:r>
          </a:p>
        </p:txBody>
      </p:sp>
      <p:sp>
        <p:nvSpPr>
          <p:cNvPr id="13" name="Speech Bubble: Oval 12">
            <a:extLst>
              <a:ext uri="{FF2B5EF4-FFF2-40B4-BE49-F238E27FC236}">
                <a16:creationId xmlns:a16="http://schemas.microsoft.com/office/drawing/2014/main" id="{3A750069-B6AF-DFA1-56B8-69DA8BE1AB0A}"/>
              </a:ext>
            </a:extLst>
          </p:cNvPr>
          <p:cNvSpPr/>
          <p:nvPr/>
        </p:nvSpPr>
        <p:spPr>
          <a:xfrm>
            <a:off x="6825331" y="78907"/>
            <a:ext cx="457200" cy="457200"/>
          </a:xfrm>
          <a:prstGeom prst="wedgeEllipseCallout">
            <a:avLst>
              <a:gd name="adj1" fmla="val 124840"/>
              <a:gd name="adj2" fmla="val -3714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2</a:t>
            </a:r>
          </a:p>
        </p:txBody>
      </p:sp>
      <p:sp>
        <p:nvSpPr>
          <p:cNvPr id="14" name="Speech Bubble: Oval 13">
            <a:extLst>
              <a:ext uri="{FF2B5EF4-FFF2-40B4-BE49-F238E27FC236}">
                <a16:creationId xmlns:a16="http://schemas.microsoft.com/office/drawing/2014/main" id="{05710448-A28E-EF24-F410-12E4ACB09EE4}"/>
              </a:ext>
            </a:extLst>
          </p:cNvPr>
          <p:cNvSpPr/>
          <p:nvPr/>
        </p:nvSpPr>
        <p:spPr>
          <a:xfrm>
            <a:off x="6096000" y="2561179"/>
            <a:ext cx="457200" cy="457200"/>
          </a:xfrm>
          <a:prstGeom prst="wedgeEllipseCallout">
            <a:avLst>
              <a:gd name="adj1" fmla="val -380211"/>
              <a:gd name="adj2" fmla="val -2997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223640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A1169-A98A-0D2F-75E7-A21F1E9EC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531A7C8-D9E9-84C3-B684-4FFDD105A8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5"/>
          <a:stretch>
            <a:fillRect/>
          </a:stretch>
        </p:blipFill>
        <p:spPr>
          <a:xfrm>
            <a:off x="1665045" y="0"/>
            <a:ext cx="8861909" cy="6858000"/>
          </a:xfrm>
          <a:prstGeom prst="rect">
            <a:avLst/>
          </a:prstGeom>
        </p:spPr>
      </p:pic>
      <p:sp>
        <p:nvSpPr>
          <p:cNvPr id="10" name="Speech Bubble: Oval 9">
            <a:extLst>
              <a:ext uri="{FF2B5EF4-FFF2-40B4-BE49-F238E27FC236}">
                <a16:creationId xmlns:a16="http://schemas.microsoft.com/office/drawing/2014/main" id="{35CEBE7C-7251-2128-7873-3DFD98C53C9D}"/>
              </a:ext>
            </a:extLst>
          </p:cNvPr>
          <p:cNvSpPr/>
          <p:nvPr/>
        </p:nvSpPr>
        <p:spPr>
          <a:xfrm>
            <a:off x="3001475" y="937888"/>
            <a:ext cx="457200" cy="457200"/>
          </a:xfrm>
          <a:prstGeom prst="wedgeEllipseCallout">
            <a:avLst>
              <a:gd name="adj1" fmla="val -89302"/>
              <a:gd name="adj2" fmla="val 44771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1</a:t>
            </a:r>
          </a:p>
        </p:txBody>
      </p:sp>
      <p:sp>
        <p:nvSpPr>
          <p:cNvPr id="11" name="Speech Bubble: Oval 10">
            <a:extLst>
              <a:ext uri="{FF2B5EF4-FFF2-40B4-BE49-F238E27FC236}">
                <a16:creationId xmlns:a16="http://schemas.microsoft.com/office/drawing/2014/main" id="{B172B1FE-ED19-4614-E2A3-C65862064CC8}"/>
              </a:ext>
            </a:extLst>
          </p:cNvPr>
          <p:cNvSpPr/>
          <p:nvPr/>
        </p:nvSpPr>
        <p:spPr>
          <a:xfrm>
            <a:off x="9383801" y="1464361"/>
            <a:ext cx="457200" cy="457200"/>
          </a:xfrm>
          <a:prstGeom prst="wedgeEllipseCallout">
            <a:avLst>
              <a:gd name="adj1" fmla="val 124840"/>
              <a:gd name="adj2" fmla="val -1694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3</a:t>
            </a:r>
          </a:p>
        </p:txBody>
      </p:sp>
      <p:sp>
        <p:nvSpPr>
          <p:cNvPr id="12" name="Speech Bubble: Oval 11">
            <a:extLst>
              <a:ext uri="{FF2B5EF4-FFF2-40B4-BE49-F238E27FC236}">
                <a16:creationId xmlns:a16="http://schemas.microsoft.com/office/drawing/2014/main" id="{8F82AB66-9666-E50B-D925-F0E83676D696}"/>
              </a:ext>
            </a:extLst>
          </p:cNvPr>
          <p:cNvSpPr/>
          <p:nvPr/>
        </p:nvSpPr>
        <p:spPr>
          <a:xfrm>
            <a:off x="4340748" y="1600597"/>
            <a:ext cx="457200" cy="457200"/>
          </a:xfrm>
          <a:prstGeom prst="wedgeEllipseCallout">
            <a:avLst>
              <a:gd name="adj1" fmla="val -99403"/>
              <a:gd name="adj2" fmla="val 73054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4</a:t>
            </a:r>
          </a:p>
        </p:txBody>
      </p:sp>
      <p:sp>
        <p:nvSpPr>
          <p:cNvPr id="13" name="Speech Bubble: Oval 12">
            <a:extLst>
              <a:ext uri="{FF2B5EF4-FFF2-40B4-BE49-F238E27FC236}">
                <a16:creationId xmlns:a16="http://schemas.microsoft.com/office/drawing/2014/main" id="{599F00A9-DEFB-819C-110E-118F064963A5}"/>
              </a:ext>
            </a:extLst>
          </p:cNvPr>
          <p:cNvSpPr/>
          <p:nvPr/>
        </p:nvSpPr>
        <p:spPr>
          <a:xfrm>
            <a:off x="6825331" y="78907"/>
            <a:ext cx="457200" cy="457200"/>
          </a:xfrm>
          <a:prstGeom prst="wedgeEllipseCallout">
            <a:avLst>
              <a:gd name="adj1" fmla="val 124840"/>
              <a:gd name="adj2" fmla="val -3714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2</a:t>
            </a:r>
          </a:p>
        </p:txBody>
      </p:sp>
      <p:sp>
        <p:nvSpPr>
          <p:cNvPr id="14" name="Speech Bubble: Oval 13">
            <a:extLst>
              <a:ext uri="{FF2B5EF4-FFF2-40B4-BE49-F238E27FC236}">
                <a16:creationId xmlns:a16="http://schemas.microsoft.com/office/drawing/2014/main" id="{80658D11-C416-5928-7A13-FCC3033B656C}"/>
              </a:ext>
            </a:extLst>
          </p:cNvPr>
          <p:cNvSpPr/>
          <p:nvPr/>
        </p:nvSpPr>
        <p:spPr>
          <a:xfrm>
            <a:off x="6096000" y="2561179"/>
            <a:ext cx="457200" cy="457200"/>
          </a:xfrm>
          <a:prstGeom prst="wedgeEllipseCallout">
            <a:avLst>
              <a:gd name="adj1" fmla="val -380211"/>
              <a:gd name="adj2" fmla="val -2997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20620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9E2F39-804B-4204-7F06-ACD1694569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8"/>
          <a:stretch>
            <a:fillRect/>
          </a:stretch>
        </p:blipFill>
        <p:spPr>
          <a:xfrm>
            <a:off x="2050473" y="729913"/>
            <a:ext cx="4458296" cy="40115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16E1DC-AEAF-5CD6-CBEE-06E135BFC813}"/>
              </a:ext>
            </a:extLst>
          </p:cNvPr>
          <p:cNvSpPr txBox="1"/>
          <p:nvPr/>
        </p:nvSpPr>
        <p:spPr>
          <a:xfrm>
            <a:off x="9978014" y="2250830"/>
            <a:ext cx="566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✗✓</a:t>
            </a:r>
          </a:p>
        </p:txBody>
      </p:sp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0ACBE4CA-8795-47A5-192E-F96A59DE80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1841" y="1688569"/>
            <a:ext cx="746927" cy="746927"/>
          </a:xfrm>
          <a:prstGeom prst="rect">
            <a:avLst/>
          </a:prstGeom>
        </p:spPr>
      </p:pic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7F03A55E-1C91-EA2B-E751-01821A30FA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1841" y="2735664"/>
            <a:ext cx="746927" cy="746927"/>
          </a:xfrm>
          <a:prstGeom prst="rect">
            <a:avLst/>
          </a:prstGeom>
        </p:spPr>
      </p:pic>
      <p:pic>
        <p:nvPicPr>
          <p:cNvPr id="9" name="Graphic 8" descr="Close with solid fill">
            <a:extLst>
              <a:ext uri="{FF2B5EF4-FFF2-40B4-BE49-F238E27FC236}">
                <a16:creationId xmlns:a16="http://schemas.microsoft.com/office/drawing/2014/main" id="{E1CDFACD-C806-3A01-038C-44DAB3708B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231841" y="3738539"/>
            <a:ext cx="746927" cy="746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451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5F0ABA1-A9EC-19BA-65D4-B185232CD298}"/>
              </a:ext>
            </a:extLst>
          </p:cNvPr>
          <p:cNvGrpSpPr/>
          <p:nvPr/>
        </p:nvGrpSpPr>
        <p:grpSpPr>
          <a:xfrm>
            <a:off x="5984591" y="564702"/>
            <a:ext cx="5801593" cy="4839832"/>
            <a:chOff x="3009897" y="1369289"/>
            <a:chExt cx="5801593" cy="483983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7B34B85-60EC-D2C1-2A61-B40FFD3D5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8162" b="4298"/>
            <a:stretch>
              <a:fillRect/>
            </a:stretch>
          </p:blipFill>
          <p:spPr>
            <a:xfrm>
              <a:off x="3009899" y="1369291"/>
              <a:ext cx="5801591" cy="483983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FB709FF-D208-00D6-96BC-3669CD5C282E}"/>
                </a:ext>
              </a:extLst>
            </p:cNvPr>
            <p:cNvSpPr txBox="1"/>
            <p:nvPr/>
          </p:nvSpPr>
          <p:spPr>
            <a:xfrm>
              <a:off x="3009897" y="5255013"/>
              <a:ext cx="5801591" cy="954107"/>
            </a:xfrm>
            <a:prstGeom prst="rect">
              <a:avLst/>
            </a:prstGeom>
            <a:solidFill>
              <a:srgbClr val="0F0F0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FF0000"/>
                  </a:solidFill>
                </a:rPr>
                <a:t>If unable to import Profile Link, use Backup Link.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83D6FF8-5455-6A01-30C1-29367AEB3D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4611" b="11990"/>
            <a:stretch>
              <a:fillRect/>
            </a:stretch>
          </p:blipFill>
          <p:spPr>
            <a:xfrm>
              <a:off x="3009897" y="3527398"/>
              <a:ext cx="5801591" cy="1727614"/>
            </a:xfrm>
            <a:prstGeom prst="rect">
              <a:avLst/>
            </a:prstGeom>
          </p:spPr>
        </p:pic>
        <p:sp>
          <p:nvSpPr>
            <p:cNvPr id="6" name="Speech Bubble: Rectangle 5">
              <a:extLst>
                <a:ext uri="{FF2B5EF4-FFF2-40B4-BE49-F238E27FC236}">
                  <a16:creationId xmlns:a16="http://schemas.microsoft.com/office/drawing/2014/main" id="{DB22DA23-F3EF-BD31-F155-74AE7A648799}"/>
                </a:ext>
              </a:extLst>
            </p:cNvPr>
            <p:cNvSpPr/>
            <p:nvPr/>
          </p:nvSpPr>
          <p:spPr>
            <a:xfrm>
              <a:off x="4741652" y="1369289"/>
              <a:ext cx="3203275" cy="1773490"/>
            </a:xfrm>
            <a:prstGeom prst="wedgeRectCallout">
              <a:avLst>
                <a:gd name="adj1" fmla="val 20688"/>
                <a:gd name="adj2" fmla="val 71484"/>
              </a:avLst>
            </a:prstGeom>
            <a:solidFill>
              <a:srgbClr val="3F3F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6D491A2E-170A-35B5-6662-AA7440FE8C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32" t="51886" r="13384" b="30179"/>
            <a:stretch>
              <a:fillRect/>
            </a:stretch>
          </p:blipFill>
          <p:spPr>
            <a:xfrm>
              <a:off x="4741653" y="1369290"/>
              <a:ext cx="3203275" cy="1773490"/>
            </a:xfrm>
            <a:prstGeom prst="roundRect">
              <a:avLst>
                <a:gd name="adj" fmla="val 7587"/>
              </a:avLst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39C7EBC-637E-6A09-BB0F-9C9E55BBA612}"/>
              </a:ext>
            </a:extLst>
          </p:cNvPr>
          <p:cNvGrpSpPr/>
          <p:nvPr/>
        </p:nvGrpSpPr>
        <p:grpSpPr>
          <a:xfrm>
            <a:off x="165662" y="732671"/>
            <a:ext cx="4456538" cy="3717754"/>
            <a:chOff x="165662" y="732671"/>
            <a:chExt cx="4456538" cy="3717754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29FD5C0-B7F2-512C-224C-4B517D35E0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8162" b="4298"/>
            <a:stretch>
              <a:fillRect/>
            </a:stretch>
          </p:blipFill>
          <p:spPr>
            <a:xfrm>
              <a:off x="165664" y="732673"/>
              <a:ext cx="4456536" cy="3717752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AA3543B8-5EF9-DF44-A890-AB5E7E1B86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4611" r="13983" b="11990"/>
            <a:stretch>
              <a:fillRect/>
            </a:stretch>
          </p:blipFill>
          <p:spPr>
            <a:xfrm>
              <a:off x="165662" y="2390439"/>
              <a:ext cx="3833403" cy="1327080"/>
            </a:xfrm>
            <a:prstGeom prst="rect">
              <a:avLst/>
            </a:prstGeom>
          </p:spPr>
        </p:pic>
        <p:sp>
          <p:nvSpPr>
            <p:cNvPr id="22" name="Speech Bubble: Rectangle 21">
              <a:extLst>
                <a:ext uri="{FF2B5EF4-FFF2-40B4-BE49-F238E27FC236}">
                  <a16:creationId xmlns:a16="http://schemas.microsoft.com/office/drawing/2014/main" id="{5D09ED77-8C0A-BBCB-87F6-4F1971BF6515}"/>
                </a:ext>
              </a:extLst>
            </p:cNvPr>
            <p:cNvSpPr/>
            <p:nvPr/>
          </p:nvSpPr>
          <p:spPr>
            <a:xfrm>
              <a:off x="1495923" y="732671"/>
              <a:ext cx="2460620" cy="1362320"/>
            </a:xfrm>
            <a:prstGeom prst="wedgeRectCallout">
              <a:avLst>
                <a:gd name="adj1" fmla="val 20688"/>
                <a:gd name="adj2" fmla="val 71484"/>
              </a:avLst>
            </a:prstGeom>
            <a:solidFill>
              <a:srgbClr val="3F3F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DF87B67A-6585-A219-38A7-91AE34EA6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32" t="51886" r="13384" b="30179"/>
            <a:stretch>
              <a:fillRect/>
            </a:stretch>
          </p:blipFill>
          <p:spPr>
            <a:xfrm>
              <a:off x="1495924" y="732672"/>
              <a:ext cx="2460620" cy="1362320"/>
            </a:xfrm>
            <a:prstGeom prst="roundRect">
              <a:avLst>
                <a:gd name="adj" fmla="val 7587"/>
              </a:avLst>
            </a:prstGeom>
          </p:spPr>
        </p:pic>
        <p:sp>
          <p:nvSpPr>
            <p:cNvPr id="26" name="TextBox 3">
              <a:extLst>
                <a:ext uri="{FF2B5EF4-FFF2-40B4-BE49-F238E27FC236}">
                  <a16:creationId xmlns:a16="http://schemas.microsoft.com/office/drawing/2014/main" id="{4E780040-ADBE-90AF-A267-38ABDE20D2EB}"/>
                </a:ext>
              </a:extLst>
            </p:cNvPr>
            <p:cNvSpPr txBox="1"/>
            <p:nvPr/>
          </p:nvSpPr>
          <p:spPr>
            <a:xfrm>
              <a:off x="165663" y="3717289"/>
              <a:ext cx="4456537" cy="707886"/>
            </a:xfrm>
            <a:prstGeom prst="rect">
              <a:avLst/>
            </a:prstGeom>
            <a:solidFill>
              <a:srgbClr val="0F0F0F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b="1" dirty="0">
                  <a:solidFill>
                    <a:srgbClr val="FF0000"/>
                  </a:solidFill>
                </a:rPr>
                <a:t>If unable to import Profile Link, use Backup Link.</a:t>
              </a:r>
            </a:p>
          </p:txBody>
        </p:sp>
        <p:sp>
          <p:nvSpPr>
            <p:cNvPr id="28" name="Speech Bubble: Oval 27">
              <a:extLst>
                <a:ext uri="{FF2B5EF4-FFF2-40B4-BE49-F238E27FC236}">
                  <a16:creationId xmlns:a16="http://schemas.microsoft.com/office/drawing/2014/main" id="{F5E807AC-959E-21EF-A952-0AD07F5877A8}"/>
                </a:ext>
              </a:extLst>
            </p:cNvPr>
            <p:cNvSpPr/>
            <p:nvPr/>
          </p:nvSpPr>
          <p:spPr>
            <a:xfrm>
              <a:off x="818794" y="956631"/>
              <a:ext cx="457200" cy="457200"/>
            </a:xfrm>
            <a:prstGeom prst="wedgeEllipseCallout">
              <a:avLst>
                <a:gd name="adj1" fmla="val 136924"/>
                <a:gd name="adj2" fmla="val -42638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b="1" dirty="0"/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8096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</TotalTime>
  <Words>39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 Mannan Masood</dc:creator>
  <cp:lastModifiedBy>Abdul Mannan Masood</cp:lastModifiedBy>
  <cp:revision>14</cp:revision>
  <dcterms:created xsi:type="dcterms:W3CDTF">2026-03-31T22:56:06Z</dcterms:created>
  <dcterms:modified xsi:type="dcterms:W3CDTF">2026-06-25T23:47:25Z</dcterms:modified>
</cp:coreProperties>
</file>